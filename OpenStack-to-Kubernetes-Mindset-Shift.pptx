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22"/>
  </p:normalViewPr>
  <p:slideViewPr>
    <p:cSldViewPr snapToGrid="0" snapToObjects="1">
      <p:cViewPr varScale="1">
        <p:scale>
          <a:sx n="95" d="100"/>
          <a:sy n="95" d="100"/>
        </p:scale>
        <p:origin x="200" y="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From Server Thinking → Platform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6B7280"/>
                </a:solidFill>
                <a:latin typeface="Calibri"/>
              </a:rPr>
              <a:t>OpenStack → Kubernetes Mindset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3"/>
                </a:solidFill>
                <a:latin typeface="Calibri"/>
              </a:defRPr>
            </a:pPr>
            <a:r>
              <a:t>Summit | 2026-02-23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EFBFBF61-A6D7-E136-2ADD-DB5D6827F7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8" b="1376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3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dirty="0">
                <a:solidFill>
                  <a:srgbClr val="1F2933"/>
                </a:solidFill>
                <a:latin typeface="Calibri"/>
              </a:rPr>
              <a:t>This migration is a mindset change, not a tooling 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Delivery speed vs. operational safety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Standardization vs. snowflakes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Auditability &amp; repeatability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Reliability through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760720"/>
            <a:ext cx="10789920" cy="5486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Goal: adopt platform behaviors—declare intent and let the system reconcile.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What you optimize for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OpenStack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6596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VMs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IP addresses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Security groups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SSH access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Server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Pods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Deployments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Services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Ingress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Desired state</a:t>
            </a:r>
          </a:p>
        </p:txBody>
      </p:sp>
      <p:sp>
        <p:nvSpPr>
          <p:cNvPr id="10" name="Rectangle 9"/>
          <p:cNvSpPr/>
          <p:nvPr/>
        </p:nvSpPr>
        <p:spPr>
          <a:xfrm flipH="1">
            <a:off x="4720305" y="1317812"/>
            <a:ext cx="66847" cy="44291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7500" y="579272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1F4E79"/>
                </a:solidFill>
                <a:latin typeface="Calibri"/>
              </a:rPr>
              <a:t>Stop managing servers → Start declaring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dirty="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OpenStack mindset: “I own this server”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Provision VM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SSH into it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Install + configure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Start services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Debug on the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760720"/>
            <a:ext cx="10789920" cy="5486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Pets: patch, care, nurse back to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Kubernetes mindset: “The cluster owns everything”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Define Deployment YAML / Helm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Set image + replicas + resources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Push to Git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Cluster reconciles desired state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Pods self-heal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760720"/>
            <a:ext cx="10789920" cy="5486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No SSH into pods. Fix by changing spec or image, then redeploy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Imperative actions vs. declarative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OpenStack (imperative)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6596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Kubernetes (declarative)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“Run this playbook”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“Create this instance”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“Restart this service”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“This is what I want”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“Always keep 3 replicas”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“If it dies, recreate it”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16881" y="1371600"/>
            <a:ext cx="27432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Kubernetes is a continuous reconciliation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Drift is replaced by immutability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OpenStack: configure at runtime (drift risk)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Kubernetes: immutable images (build once)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Minimal runtime configuration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Versioned deployments + rollbacks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760720"/>
            <a:ext cx="10789920" cy="5486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Enterprise win: repeatable artifacts, safer rollouts, cleaner audits.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GitOps: change control becomes deployment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Git = source of truth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PR merge = deployment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Drift auto-corrected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Rollback = revert commit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760720"/>
            <a:ext cx="10789920" cy="5486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Operate the platform via pull requests—not by logging into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Networking becomes service-oriented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OpenStack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6596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Security groups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Floating IPs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Port mappings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Services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Ingress controllers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t>NetworkPolicies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9449" y="1234440"/>
            <a:ext cx="27432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Calibri"/>
              </a:rPr>
              <a:t>Shift: service identity + policy, not host perimeter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Calibri"/>
              </a:rPr>
              <a:t>Summit | 2026-02-23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3"/>
                </a:solidFill>
                <a:latin typeface="Calibri"/>
              </a:rPr>
              <a:t>The real shift is who you become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rPr dirty="0"/>
              <a:t>From server admin → platform engineer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rPr dirty="0"/>
              <a:t>From fixing machines → designing workloads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rPr dirty="0"/>
              <a:t>From manual ops → automated control loops</a:t>
            </a:r>
          </a:p>
          <a:p>
            <a:pPr>
              <a:defRPr sz="2600">
                <a:solidFill>
                  <a:srgbClr val="1F2933"/>
                </a:solidFill>
                <a:latin typeface="Calibri"/>
              </a:defRPr>
            </a:pPr>
            <a:r>
              <a:rPr dirty="0"/>
              <a:t>From tickets → pull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760720"/>
            <a:ext cx="10789920" cy="5486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Infrastructure becomes code. Deployments become reconciliations.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389</Words>
  <Application>Microsoft Macintosh PowerPoint</Application>
  <PresentationFormat>Widescreen</PresentationFormat>
  <Paragraphs>85</Paragraphs>
  <Slides>11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Koripella</cp:lastModifiedBy>
  <cp:revision>2</cp:revision>
  <dcterms:created xsi:type="dcterms:W3CDTF">2013-01-27T09:14:16Z</dcterms:created>
  <dcterms:modified xsi:type="dcterms:W3CDTF">2026-02-23T01:58:58Z</dcterms:modified>
  <cp:category/>
</cp:coreProperties>
</file>